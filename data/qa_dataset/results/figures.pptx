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1D78-885F-CEAD-2F33-1BF909313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833BA-8044-8BA6-767B-28253907A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82FC6-8D2A-1ACE-CB26-20D730B5D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FEE4-28F2-4342-B789-E0E12F54855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07AE5-232E-C62E-5B24-317CB8217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3FD77-D15A-F0E9-1C14-C530F740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B75E5-3598-4C3E-872A-B62C4AD1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86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D11E1-DEB7-BD56-DC83-5B049794B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2CC48-972F-B51C-1318-11F0640CB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54E62-5758-6D85-08F6-11A573656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FEE4-28F2-4342-B789-E0E12F54855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FE176-55C4-1DE3-3030-5ACDCCFB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B1467-8D99-473D-6C1B-F1C3F505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B75E5-3598-4C3E-872A-B62C4AD1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3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8738-E99A-3E38-1322-67485294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13927-020C-1491-B41D-3687164E4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61AA2-D45D-595C-7428-3C04C76F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FEE4-28F2-4342-B789-E0E12F54855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12F6E-1638-AFAF-0FF0-05D901659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36386-F04A-6095-CE63-B21E6C36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B75E5-3598-4C3E-872A-B62C4AD1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61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E2FA-4235-409E-009D-D1B4BDFD1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40696-DC17-8A35-E1CA-1847D1315F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A8916-55CA-0F8D-F970-0FBEB7888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2413E-5130-C97F-9661-2A1D6769A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FEE4-28F2-4342-B789-E0E12F54855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9A8FE-7E92-59C4-B0F9-309BE4569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00780-4591-94AF-CC02-3AE6A317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B75E5-3598-4C3E-872A-B62C4AD1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91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B39F6-CB6F-D294-A26D-01828E343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1EBE2-09B8-F44E-A846-0339347E4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1ADDC-2035-C26B-476F-8FF379A96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8A7D3-A1DE-605D-7F45-18EE3E2C4E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F7351A-94AB-E9F0-30C6-69F2EFB3CD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7A6DA7-8389-E791-BF98-A0FC6F21D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FEE4-28F2-4342-B789-E0E12F54855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9EB92-3C8F-4B0D-3FBA-8E09BA8B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C89C3E-90FE-A6A5-9EF6-1ADF0770F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B75E5-3598-4C3E-872A-B62C4AD1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40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2D736-A822-AFC7-8C69-AE6F2C38B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9EA6C-6D3F-433E-D712-58526481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FEE4-28F2-4342-B789-E0E12F54855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187ECE-CB5F-1D93-5C86-70231C2B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CCA3A-54B0-5C65-7A3B-6C3BDC1EA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B75E5-3598-4C3E-872A-B62C4AD1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0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6B680F-99C7-067D-7E6F-A77894B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FEE4-28F2-4342-B789-E0E12F54855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449FE-50CD-2B73-AB0D-E0442336C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A4181-C9FA-8303-CAFA-4BDAA9B7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B75E5-3598-4C3E-872A-B62C4AD1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90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1ACEB-31B8-E01A-78FA-4F8090C7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5EE03-486B-8454-F2A0-0806A7F38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178CF-8EE6-A849-243C-BEA68CD0B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44741-72A3-3652-54A2-7879D550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FEE4-28F2-4342-B789-E0E12F54855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B05D6-3F9A-1DB2-6D57-EE6E01B93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123D1-E84F-86A2-B8E9-683C322E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B75E5-3598-4C3E-872A-B62C4AD1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62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72DC-AE1D-28D7-4BB6-0D66B6F3A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FE2D93-41FA-1672-FC41-172E8DB8B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07F350-D39A-341B-8F5D-68E77D6FA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5DC3E-9466-C100-E9F9-B7D7899B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FEE4-28F2-4342-B789-E0E12F54855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24250-B1A5-B9D5-48E5-14CF0DC12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8F0C3-840E-FFC3-0738-DB4157CF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B75E5-3598-4C3E-872A-B62C4AD1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20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C322-4B1A-F67F-7945-0A9F48EB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109AC-BC73-5431-BC4A-6A6EAF522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3EC02-9528-04B9-D01C-28AAF4D1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FEE4-28F2-4342-B789-E0E12F54855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A444D-B7F5-543F-B8DE-02F57DEA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BC06E-84E4-6A8C-CAAB-0D1E4A06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B75E5-3598-4C3E-872A-B62C4AD1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31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9598A5-0E0C-2FAC-88D6-93C2D1CBA3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F67BC-0E21-EEE7-EFF6-AC1AB6B2A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4597A-ED87-BDAD-B983-01354061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FEE4-28F2-4342-B789-E0E12F54855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5FF11-DB65-DAA5-6BBF-7017513F7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15AF6-B0A1-EB05-BD11-A674F65D7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B75E5-3598-4C3E-872A-B62C4AD1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CC53DF-1AA1-5F7A-B5DA-E9DC47921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D60FF-7F8D-5CA9-C2E6-1A3B997B8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CC92E-E182-C61C-6755-418C03F60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5FFEE4-28F2-4342-B789-E0E12F54855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9E499-50A7-E9EB-19D8-37960633D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8521C-792F-DBE0-F215-F84B0B832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B75E5-3598-4C3E-872A-B62C4AD1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54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2F0D8CB5-B708-449D-A702-EEBF28AAE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54" r="8985"/>
          <a:stretch>
            <a:fillRect/>
          </a:stretch>
        </p:blipFill>
        <p:spPr>
          <a:xfrm>
            <a:off x="-18025" y="2644486"/>
            <a:ext cx="3569110" cy="26012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DAEBC4B-2775-8D84-1F68-C308C4561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11" r="8985"/>
          <a:stretch>
            <a:fillRect/>
          </a:stretch>
        </p:blipFill>
        <p:spPr>
          <a:xfrm>
            <a:off x="3569110" y="2643238"/>
            <a:ext cx="3569110" cy="260251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F83D767-770A-0E77-F5C6-AC039A5993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11" r="8985"/>
          <a:stretch>
            <a:fillRect/>
          </a:stretch>
        </p:blipFill>
        <p:spPr>
          <a:xfrm>
            <a:off x="3569110" y="52471"/>
            <a:ext cx="3569110" cy="260251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A5A82DE-4B78-CE62-3814-9AC5FDF98B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68" r="8985"/>
          <a:stretch>
            <a:fillRect/>
          </a:stretch>
        </p:blipFill>
        <p:spPr>
          <a:xfrm>
            <a:off x="-18025" y="52471"/>
            <a:ext cx="3569110" cy="259201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A3D3F63-C24A-DF76-62DB-4BD7EC39E216}"/>
              </a:ext>
            </a:extLst>
          </p:cNvPr>
          <p:cNvSpPr txBox="1"/>
          <p:nvPr/>
        </p:nvSpPr>
        <p:spPr>
          <a:xfrm>
            <a:off x="-18024" y="0"/>
            <a:ext cx="521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78D508-FC57-0383-1E30-A330AE431636}"/>
              </a:ext>
            </a:extLst>
          </p:cNvPr>
          <p:cNvSpPr txBox="1"/>
          <p:nvPr/>
        </p:nvSpPr>
        <p:spPr>
          <a:xfrm>
            <a:off x="3551085" y="0"/>
            <a:ext cx="521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A0D9C1-8ABB-9B64-A125-84D637319C07}"/>
              </a:ext>
            </a:extLst>
          </p:cNvPr>
          <p:cNvSpPr txBox="1"/>
          <p:nvPr/>
        </p:nvSpPr>
        <p:spPr>
          <a:xfrm>
            <a:off x="-36050" y="2585101"/>
            <a:ext cx="521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9F925D-0395-C256-20DC-F857F6709445}"/>
              </a:ext>
            </a:extLst>
          </p:cNvPr>
          <p:cNvSpPr txBox="1"/>
          <p:nvPr/>
        </p:nvSpPr>
        <p:spPr>
          <a:xfrm>
            <a:off x="3551084" y="2586245"/>
            <a:ext cx="521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518202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Preuss</dc:creator>
  <cp:lastModifiedBy>Nathan Preuss</cp:lastModifiedBy>
  <cp:revision>1</cp:revision>
  <dcterms:created xsi:type="dcterms:W3CDTF">2026-04-01T13:45:16Z</dcterms:created>
  <dcterms:modified xsi:type="dcterms:W3CDTF">2026-04-01T14:21:15Z</dcterms:modified>
</cp:coreProperties>
</file>